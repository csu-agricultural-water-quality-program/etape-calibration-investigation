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63" r:id="rId5"/>
    <p:sldId id="257" r:id="rId6"/>
    <p:sldId id="258" r:id="rId7"/>
    <p:sldId id="259" r:id="rId8"/>
    <p:sldId id="260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18F64-5FBA-408D-84F9-2EEE0890EFDB}" v="88" dt="2025-07-08T20:55:01.7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ley Brown" userId="c7d62234183fd3ba" providerId="LiveId" clId="{E9218F64-5FBA-408D-84F9-2EEE0890EFDB}"/>
    <pc:docChg chg="undo custSel addSld delSld modSld sldOrd">
      <pc:chgData name="Ansley Brown" userId="c7d62234183fd3ba" providerId="LiveId" clId="{E9218F64-5FBA-408D-84F9-2EEE0890EFDB}" dt="2025-07-08T20:55:09.679" v="1343" actId="113"/>
      <pc:docMkLst>
        <pc:docMk/>
      </pc:docMkLst>
      <pc:sldChg chg="modSp new mod">
        <pc:chgData name="Ansley Brown" userId="c7d62234183fd3ba" providerId="LiveId" clId="{E9218F64-5FBA-408D-84F9-2EEE0890EFDB}" dt="2025-07-08T20:50:40.879" v="1174" actId="20577"/>
        <pc:sldMkLst>
          <pc:docMk/>
          <pc:sldMk cId="251718745" sldId="256"/>
        </pc:sldMkLst>
        <pc:spChg chg="mod">
          <ac:chgData name="Ansley Brown" userId="c7d62234183fd3ba" providerId="LiveId" clId="{E9218F64-5FBA-408D-84F9-2EEE0890EFDB}" dt="2025-07-08T20:34:07.950" v="19" actId="20577"/>
          <ac:spMkLst>
            <pc:docMk/>
            <pc:sldMk cId="251718745" sldId="256"/>
            <ac:spMk id="2" creationId="{FCE52B63-FA41-BE5C-7AE6-9D6BB1F77C43}"/>
          </ac:spMkLst>
        </pc:spChg>
        <pc:spChg chg="mod">
          <ac:chgData name="Ansley Brown" userId="c7d62234183fd3ba" providerId="LiveId" clId="{E9218F64-5FBA-408D-84F9-2EEE0890EFDB}" dt="2025-07-08T20:50:40.879" v="1174" actId="20577"/>
          <ac:spMkLst>
            <pc:docMk/>
            <pc:sldMk cId="251718745" sldId="256"/>
            <ac:spMk id="3" creationId="{3ED808E3-6D12-575E-6F7B-DF6E986B0853}"/>
          </ac:spMkLst>
        </pc:spChg>
      </pc:sldChg>
      <pc:sldChg chg="addSp delSp modSp new mod setBg">
        <pc:chgData name="Ansley Brown" userId="c7d62234183fd3ba" providerId="LiveId" clId="{E9218F64-5FBA-408D-84F9-2EEE0890EFDB}" dt="2025-07-08T20:34:50.517" v="62" actId="26606"/>
        <pc:sldMkLst>
          <pc:docMk/>
          <pc:sldMk cId="370171240" sldId="257"/>
        </pc:sldMkLst>
        <pc:spChg chg="mod">
          <ac:chgData name="Ansley Brown" userId="c7d62234183fd3ba" providerId="LiveId" clId="{E9218F64-5FBA-408D-84F9-2EEE0890EFDB}" dt="2025-07-08T20:34:50.517" v="62" actId="26606"/>
          <ac:spMkLst>
            <pc:docMk/>
            <pc:sldMk cId="370171240" sldId="257"/>
            <ac:spMk id="2" creationId="{5878F22A-DEBF-62AE-DF53-701F1FFA4AD5}"/>
          </ac:spMkLst>
        </pc:spChg>
        <pc:spChg chg="del mod">
          <ac:chgData name="Ansley Brown" userId="c7d62234183fd3ba" providerId="LiveId" clId="{E9218F64-5FBA-408D-84F9-2EEE0890EFDB}" dt="2025-07-08T20:34:47.731" v="61"/>
          <ac:spMkLst>
            <pc:docMk/>
            <pc:sldMk cId="370171240" sldId="257"/>
            <ac:spMk id="3" creationId="{39101885-AEA3-EFDE-EB54-4B8ADF19E608}"/>
          </ac:spMkLst>
        </pc:spChg>
        <pc:spChg chg="add">
          <ac:chgData name="Ansley Brown" userId="c7d62234183fd3ba" providerId="LiveId" clId="{E9218F64-5FBA-408D-84F9-2EEE0890EFDB}" dt="2025-07-08T20:34:50.517" v="62" actId="26606"/>
          <ac:spMkLst>
            <pc:docMk/>
            <pc:sldMk cId="370171240" sldId="257"/>
            <ac:spMk id="9" creationId="{9B65F7F7-2FCE-8F01-53DE-15C39342BE99}"/>
          </ac:spMkLst>
        </pc:spChg>
        <pc:graphicFrameChg chg="add mod">
          <ac:chgData name="Ansley Brown" userId="c7d62234183fd3ba" providerId="LiveId" clId="{E9218F64-5FBA-408D-84F9-2EEE0890EFDB}" dt="2025-07-08T20:34:50.517" v="62" actId="26606"/>
          <ac:graphicFrameMkLst>
            <pc:docMk/>
            <pc:sldMk cId="370171240" sldId="257"/>
            <ac:graphicFrameMk id="4" creationId="{91017046-2E07-7CE9-7A24-E2BDAADCF4DD}"/>
          </ac:graphicFrameMkLst>
        </pc:graphicFrameChg>
      </pc:sldChg>
      <pc:sldChg chg="addSp delSp modSp new mod setBg">
        <pc:chgData name="Ansley Brown" userId="c7d62234183fd3ba" providerId="LiveId" clId="{E9218F64-5FBA-408D-84F9-2EEE0890EFDB}" dt="2025-07-08T20:55:09.679" v="1343" actId="113"/>
        <pc:sldMkLst>
          <pc:docMk/>
          <pc:sldMk cId="1925900568" sldId="258"/>
        </pc:sldMkLst>
        <pc:spChg chg="mod">
          <ac:chgData name="Ansley Brown" userId="c7d62234183fd3ba" providerId="LiveId" clId="{E9218F64-5FBA-408D-84F9-2EEE0890EFDB}" dt="2025-07-08T20:36:09.700" v="94" actId="5793"/>
          <ac:spMkLst>
            <pc:docMk/>
            <pc:sldMk cId="1925900568" sldId="258"/>
            <ac:spMk id="2" creationId="{2F8CA48C-A704-09BE-34A7-F20F9B87DD12}"/>
          </ac:spMkLst>
        </pc:spChg>
        <pc:spChg chg="del">
          <ac:chgData name="Ansley Brown" userId="c7d62234183fd3ba" providerId="LiveId" clId="{E9218F64-5FBA-408D-84F9-2EEE0890EFDB}" dt="2025-07-08T20:35:43.221" v="64"/>
          <ac:spMkLst>
            <pc:docMk/>
            <pc:sldMk cId="1925900568" sldId="258"/>
            <ac:spMk id="3" creationId="{98880BA8-3E57-3D37-FEB0-D04FE266E673}"/>
          </ac:spMkLst>
        </pc:spChg>
        <pc:spChg chg="add mod">
          <ac:chgData name="Ansley Brown" userId="c7d62234183fd3ba" providerId="LiveId" clId="{E9218F64-5FBA-408D-84F9-2EEE0890EFDB}" dt="2025-07-08T20:55:09.679" v="1343" actId="113"/>
          <ac:spMkLst>
            <pc:docMk/>
            <pc:sldMk cId="1925900568" sldId="258"/>
            <ac:spMk id="11" creationId="{C379A0D3-AB2D-E07E-1C58-AA9667B9304E}"/>
          </ac:spMkLst>
        </pc:spChg>
        <pc:spChg chg="add del">
          <ac:chgData name="Ansley Brown" userId="c7d62234183fd3ba" providerId="LiveId" clId="{E9218F64-5FBA-408D-84F9-2EEE0890EFDB}" dt="2025-07-08T20:35:54.752" v="70" actId="26606"/>
          <ac:spMkLst>
            <pc:docMk/>
            <pc:sldMk cId="1925900568" sldId="258"/>
            <ac:spMk id="12" creationId="{96646FC9-C66D-4EC7-8310-0DD4ACC49C6C}"/>
          </ac:spMkLst>
        </pc:spChg>
        <pc:spChg chg="add del">
          <ac:chgData name="Ansley Brown" userId="c7d62234183fd3ba" providerId="LiveId" clId="{E9218F64-5FBA-408D-84F9-2EEE0890EFDB}" dt="2025-07-08T20:35:54.752" v="70" actId="26606"/>
          <ac:spMkLst>
            <pc:docMk/>
            <pc:sldMk cId="1925900568" sldId="258"/>
            <ac:spMk id="14" creationId="{A3473CF9-37EB-43E7-89EF-D2D1C53D1DAC}"/>
          </ac:spMkLst>
        </pc:spChg>
        <pc:spChg chg="add del">
          <ac:chgData name="Ansley Brown" userId="c7d62234183fd3ba" providerId="LiveId" clId="{E9218F64-5FBA-408D-84F9-2EEE0890EFDB}" dt="2025-07-08T20:35:54.752" v="70" actId="26606"/>
          <ac:spMkLst>
            <pc:docMk/>
            <pc:sldMk cId="1925900568" sldId="258"/>
            <ac:spMk id="16" creationId="{586B4EF9-43BA-4655-A6FF-1D8E21574C95}"/>
          </ac:spMkLst>
        </pc:spChg>
        <pc:spChg chg="add">
          <ac:chgData name="Ansley Brown" userId="c7d62234183fd3ba" providerId="LiveId" clId="{E9218F64-5FBA-408D-84F9-2EEE0890EFDB}" dt="2025-07-08T20:35:54.756" v="71" actId="26606"/>
          <ac:spMkLst>
            <pc:docMk/>
            <pc:sldMk cId="1925900568" sldId="258"/>
            <ac:spMk id="18" creationId="{C1A2385B-1D2A-4E17-84FA-6CB7F0AAE473}"/>
          </ac:spMkLst>
        </pc:spChg>
        <pc:spChg chg="add">
          <ac:chgData name="Ansley Brown" userId="c7d62234183fd3ba" providerId="LiveId" clId="{E9218F64-5FBA-408D-84F9-2EEE0890EFDB}" dt="2025-07-08T20:35:54.756" v="71" actId="26606"/>
          <ac:spMkLst>
            <pc:docMk/>
            <pc:sldMk cId="1925900568" sldId="258"/>
            <ac:spMk id="19" creationId="{385E1BDC-A9B0-4A87-82E3-F3187F69A802}"/>
          </ac:spMkLst>
        </pc:spChg>
        <pc:spChg chg="add">
          <ac:chgData name="Ansley Brown" userId="c7d62234183fd3ba" providerId="LiveId" clId="{E9218F64-5FBA-408D-84F9-2EEE0890EFDB}" dt="2025-07-08T20:35:54.756" v="71" actId="26606"/>
          <ac:spMkLst>
            <pc:docMk/>
            <pc:sldMk cId="1925900568" sldId="258"/>
            <ac:spMk id="20" creationId="{5E791F2F-79DB-4CC0-9FA1-001E3E91E8B7}"/>
          </ac:spMkLst>
        </pc:spChg>
        <pc:spChg chg="add">
          <ac:chgData name="Ansley Brown" userId="c7d62234183fd3ba" providerId="LiveId" clId="{E9218F64-5FBA-408D-84F9-2EEE0890EFDB}" dt="2025-07-08T20:35:54.756" v="71" actId="26606"/>
          <ac:spMkLst>
            <pc:docMk/>
            <pc:sldMk cId="1925900568" sldId="258"/>
            <ac:spMk id="21" creationId="{0990C621-3B8B-4820-8328-D47EF7CE823C}"/>
          </ac:spMkLst>
        </pc:spChg>
        <pc:picChg chg="add mod">
          <ac:chgData name="Ansley Brown" userId="c7d62234183fd3ba" providerId="LiveId" clId="{E9218F64-5FBA-408D-84F9-2EEE0890EFDB}" dt="2025-07-08T20:35:54.756" v="71" actId="26606"/>
          <ac:picMkLst>
            <pc:docMk/>
            <pc:sldMk cId="1925900568" sldId="258"/>
            <ac:picMk id="5" creationId="{7F8E2A57-0676-CD2E-BC60-69F961878CC4}"/>
          </ac:picMkLst>
        </pc:picChg>
        <pc:picChg chg="add mod">
          <ac:chgData name="Ansley Brown" userId="c7d62234183fd3ba" providerId="LiveId" clId="{E9218F64-5FBA-408D-84F9-2EEE0890EFDB}" dt="2025-07-08T20:35:54.756" v="71" actId="26606"/>
          <ac:picMkLst>
            <pc:docMk/>
            <pc:sldMk cId="1925900568" sldId="258"/>
            <ac:picMk id="7" creationId="{8D8AF421-3BB0-D3E4-7FEF-7D2ACC3167D3}"/>
          </ac:picMkLst>
        </pc:picChg>
      </pc:sldChg>
      <pc:sldChg chg="addSp delSp modSp new mod setBg">
        <pc:chgData name="Ansley Brown" userId="c7d62234183fd3ba" providerId="LiveId" clId="{E9218F64-5FBA-408D-84F9-2EEE0890EFDB}" dt="2025-07-08T20:36:39.430" v="172" actId="26606"/>
        <pc:sldMkLst>
          <pc:docMk/>
          <pc:sldMk cId="706412073" sldId="259"/>
        </pc:sldMkLst>
        <pc:spChg chg="mod">
          <ac:chgData name="Ansley Brown" userId="c7d62234183fd3ba" providerId="LiveId" clId="{E9218F64-5FBA-408D-84F9-2EEE0890EFDB}" dt="2025-07-08T20:36:39.430" v="172" actId="26606"/>
          <ac:spMkLst>
            <pc:docMk/>
            <pc:sldMk cId="706412073" sldId="259"/>
            <ac:spMk id="2" creationId="{A5C781ED-0845-9498-9B2C-F2CC9E6104F2}"/>
          </ac:spMkLst>
        </pc:spChg>
        <pc:spChg chg="del">
          <ac:chgData name="Ansley Brown" userId="c7d62234183fd3ba" providerId="LiveId" clId="{E9218F64-5FBA-408D-84F9-2EEE0890EFDB}" dt="2025-07-08T20:36:33.670" v="169"/>
          <ac:spMkLst>
            <pc:docMk/>
            <pc:sldMk cId="706412073" sldId="259"/>
            <ac:spMk id="3" creationId="{C73FC61E-4F50-B4BA-985F-673099B05FE5}"/>
          </ac:spMkLst>
        </pc:spChg>
        <pc:spChg chg="add">
          <ac:chgData name="Ansley Brown" userId="c7d62234183fd3ba" providerId="LiveId" clId="{E9218F64-5FBA-408D-84F9-2EEE0890EFDB}" dt="2025-07-08T20:36:39.430" v="172" actId="26606"/>
          <ac:spMkLst>
            <pc:docMk/>
            <pc:sldMk cId="706412073" sldId="259"/>
            <ac:spMk id="9" creationId="{97B2FD3B-A473-F104-17EC-4757532C9257}"/>
          </ac:spMkLst>
        </pc:spChg>
        <pc:spChg chg="add">
          <ac:chgData name="Ansley Brown" userId="c7d62234183fd3ba" providerId="LiveId" clId="{E9218F64-5FBA-408D-84F9-2EEE0890EFDB}" dt="2025-07-08T20:36:39.430" v="172" actId="26606"/>
          <ac:spMkLst>
            <pc:docMk/>
            <pc:sldMk cId="706412073" sldId="259"/>
            <ac:spMk id="12" creationId="{2B97F24A-32CE-4C1C-A50D-3016B394DCFB}"/>
          </ac:spMkLst>
        </pc:spChg>
        <pc:spChg chg="add">
          <ac:chgData name="Ansley Brown" userId="c7d62234183fd3ba" providerId="LiveId" clId="{E9218F64-5FBA-408D-84F9-2EEE0890EFDB}" dt="2025-07-08T20:36:39.430" v="172" actId="26606"/>
          <ac:spMkLst>
            <pc:docMk/>
            <pc:sldMk cId="706412073" sldId="259"/>
            <ac:spMk id="14" creationId="{CD8B4F24-440B-49E9-B85D-733523DC064B}"/>
          </ac:spMkLst>
        </pc:spChg>
        <pc:picChg chg="add mod">
          <ac:chgData name="Ansley Brown" userId="c7d62234183fd3ba" providerId="LiveId" clId="{E9218F64-5FBA-408D-84F9-2EEE0890EFDB}" dt="2025-07-08T20:36:39.430" v="172" actId="26606"/>
          <ac:picMkLst>
            <pc:docMk/>
            <pc:sldMk cId="706412073" sldId="259"/>
            <ac:picMk id="5" creationId="{22BCC72C-BC48-815C-C522-ABB099AC08A0}"/>
          </ac:picMkLst>
        </pc:picChg>
      </pc:sldChg>
      <pc:sldChg chg="addSp delSp modSp new mod setBg">
        <pc:chgData name="Ansley Brown" userId="c7d62234183fd3ba" providerId="LiveId" clId="{E9218F64-5FBA-408D-84F9-2EEE0890EFDB}" dt="2025-07-08T20:39:07.063" v="260" actId="404"/>
        <pc:sldMkLst>
          <pc:docMk/>
          <pc:sldMk cId="1526023832" sldId="260"/>
        </pc:sldMkLst>
        <pc:spChg chg="mod">
          <ac:chgData name="Ansley Brown" userId="c7d62234183fd3ba" providerId="LiveId" clId="{E9218F64-5FBA-408D-84F9-2EEE0890EFDB}" dt="2025-07-08T20:39:07.063" v="260" actId="404"/>
          <ac:spMkLst>
            <pc:docMk/>
            <pc:sldMk cId="1526023832" sldId="260"/>
            <ac:spMk id="2" creationId="{7F8723E3-1961-D05B-79D7-D95A27BC67B6}"/>
          </ac:spMkLst>
        </pc:spChg>
        <pc:spChg chg="add del">
          <ac:chgData name="Ansley Brown" userId="c7d62234183fd3ba" providerId="LiveId" clId="{E9218F64-5FBA-408D-84F9-2EEE0890EFDB}" dt="2025-07-08T20:37:37.632" v="225"/>
          <ac:spMkLst>
            <pc:docMk/>
            <pc:sldMk cId="1526023832" sldId="260"/>
            <ac:spMk id="3" creationId="{ADFE43B9-B38D-B428-BD81-2A34D6B57174}"/>
          </ac:spMkLst>
        </pc:spChg>
        <pc:spChg chg="add del">
          <ac:chgData name="Ansley Brown" userId="c7d62234183fd3ba" providerId="LiveId" clId="{E9218F64-5FBA-408D-84F9-2EEE0890EFDB}" dt="2025-07-08T20:37:53.259" v="235" actId="26606"/>
          <ac:spMkLst>
            <pc:docMk/>
            <pc:sldMk cId="1526023832" sldId="260"/>
            <ac:spMk id="25" creationId="{0584E5C5-448F-B9FD-5E0D-490830A5FA0C}"/>
          </ac:spMkLst>
        </pc:spChg>
        <pc:spChg chg="add del">
          <ac:chgData name="Ansley Brown" userId="c7d62234183fd3ba" providerId="LiveId" clId="{E9218F64-5FBA-408D-84F9-2EEE0890EFDB}" dt="2025-07-08T20:38:17.461" v="243" actId="26606"/>
          <ac:spMkLst>
            <pc:docMk/>
            <pc:sldMk cId="1526023832" sldId="260"/>
            <ac:spMk id="26" creationId="{91F55C5D-1648-4BE3-932D-8CADBF3F6736}"/>
          </ac:spMkLst>
        </pc:spChg>
        <pc:spChg chg="add del">
          <ac:chgData name="Ansley Brown" userId="c7d62234183fd3ba" providerId="LiveId" clId="{E9218F64-5FBA-408D-84F9-2EEE0890EFDB}" dt="2025-07-08T20:37:53.259" v="235" actId="26606"/>
          <ac:spMkLst>
            <pc:docMk/>
            <pc:sldMk cId="1526023832" sldId="260"/>
            <ac:spMk id="28" creationId="{4C2AC11E-3162-4990-A36E-92B07ECF16C2}"/>
          </ac:spMkLst>
        </pc:spChg>
        <pc:spChg chg="add del">
          <ac:chgData name="Ansley Brown" userId="c7d62234183fd3ba" providerId="LiveId" clId="{E9218F64-5FBA-408D-84F9-2EEE0890EFDB}" dt="2025-07-08T20:37:53.259" v="235" actId="26606"/>
          <ac:spMkLst>
            <pc:docMk/>
            <pc:sldMk cId="1526023832" sldId="260"/>
            <ac:spMk id="30" creationId="{9073D962-D3D2-4A72-8593-65C213CBFFC3}"/>
          </ac:spMkLst>
        </pc:spChg>
        <pc:spChg chg="add del">
          <ac:chgData name="Ansley Brown" userId="c7d62234183fd3ba" providerId="LiveId" clId="{E9218F64-5FBA-408D-84F9-2EEE0890EFDB}" dt="2025-07-08T20:37:53.259" v="235" actId="26606"/>
          <ac:spMkLst>
            <pc:docMk/>
            <pc:sldMk cId="1526023832" sldId="260"/>
            <ac:spMk id="32" creationId="{2387511B-F6E1-4929-AC90-94FB8B6B0F41}"/>
          </ac:spMkLst>
        </pc:spChg>
        <pc:spChg chg="add del">
          <ac:chgData name="Ansley Brown" userId="c7d62234183fd3ba" providerId="LiveId" clId="{E9218F64-5FBA-408D-84F9-2EEE0890EFDB}" dt="2025-07-08T20:37:53.259" v="235" actId="26606"/>
          <ac:spMkLst>
            <pc:docMk/>
            <pc:sldMk cId="1526023832" sldId="260"/>
            <ac:spMk id="34" creationId="{AA58F78C-27AB-465F-AA33-15E08AF267F9}"/>
          </ac:spMkLst>
        </pc:spChg>
        <pc:spChg chg="add del">
          <ac:chgData name="Ansley Brown" userId="c7d62234183fd3ba" providerId="LiveId" clId="{E9218F64-5FBA-408D-84F9-2EEE0890EFDB}" dt="2025-07-08T20:38:17.461" v="243" actId="26606"/>
          <ac:spMkLst>
            <pc:docMk/>
            <pc:sldMk cId="1526023832" sldId="260"/>
            <ac:spMk id="36" creationId="{A38E1331-B5A6-44BE-BF4E-EE6C2FD2A242}"/>
          </ac:spMkLst>
        </pc:spChg>
        <pc:spChg chg="add">
          <ac:chgData name="Ansley Brown" userId="c7d62234183fd3ba" providerId="LiveId" clId="{E9218F64-5FBA-408D-84F9-2EEE0890EFDB}" dt="2025-07-08T20:38:17.461" v="243" actId="26606"/>
          <ac:spMkLst>
            <pc:docMk/>
            <pc:sldMk cId="1526023832" sldId="260"/>
            <ac:spMk id="41" creationId="{6570CC06-DB21-401C-BCF8-AAC5FF550D29}"/>
          </ac:spMkLst>
        </pc:spChg>
        <pc:spChg chg="add">
          <ac:chgData name="Ansley Brown" userId="c7d62234183fd3ba" providerId="LiveId" clId="{E9218F64-5FBA-408D-84F9-2EEE0890EFDB}" dt="2025-07-08T20:38:17.461" v="243" actId="26606"/>
          <ac:spMkLst>
            <pc:docMk/>
            <pc:sldMk cId="1526023832" sldId="260"/>
            <ac:spMk id="43" creationId="{15B998FC-4B98-4A07-B159-9E629180AF40}"/>
          </ac:spMkLst>
        </pc:spChg>
        <pc:picChg chg="add mod">
          <ac:chgData name="Ansley Brown" userId="c7d62234183fd3ba" providerId="LiveId" clId="{E9218F64-5FBA-408D-84F9-2EEE0890EFDB}" dt="2025-07-08T20:37:23.993" v="224"/>
          <ac:picMkLst>
            <pc:docMk/>
            <pc:sldMk cId="1526023832" sldId="260"/>
            <ac:picMk id="5" creationId="{07C75F59-5575-FDE1-422C-93CEA61C93A9}"/>
          </ac:picMkLst>
        </pc:picChg>
        <pc:picChg chg="add mod">
          <ac:chgData name="Ansley Brown" userId="c7d62234183fd3ba" providerId="LiveId" clId="{E9218F64-5FBA-408D-84F9-2EEE0890EFDB}" dt="2025-07-08T20:37:23.993" v="224"/>
          <ac:picMkLst>
            <pc:docMk/>
            <pc:sldMk cId="1526023832" sldId="260"/>
            <ac:picMk id="7" creationId="{9387D269-BA20-1524-903E-5A02E96F04DD}"/>
          </ac:picMkLst>
        </pc:picChg>
        <pc:picChg chg="add mod">
          <ac:chgData name="Ansley Brown" userId="c7d62234183fd3ba" providerId="LiveId" clId="{E9218F64-5FBA-408D-84F9-2EEE0890EFDB}" dt="2025-07-08T20:37:23.993" v="224"/>
          <ac:picMkLst>
            <pc:docMk/>
            <pc:sldMk cId="1526023832" sldId="260"/>
            <ac:picMk id="9" creationId="{0CDC73EA-971C-3772-F77D-76DAAA029E0F}"/>
          </ac:picMkLst>
        </pc:picChg>
        <pc:picChg chg="add mod">
          <ac:chgData name="Ansley Brown" userId="c7d62234183fd3ba" providerId="LiveId" clId="{E9218F64-5FBA-408D-84F9-2EEE0890EFDB}" dt="2025-07-08T20:37:23.993" v="224"/>
          <ac:picMkLst>
            <pc:docMk/>
            <pc:sldMk cId="1526023832" sldId="260"/>
            <ac:picMk id="11" creationId="{9500A525-8F77-54E3-DB4B-0F5DA0784A8F}"/>
          </ac:picMkLst>
        </pc:picChg>
        <pc:picChg chg="add mod">
          <ac:chgData name="Ansley Brown" userId="c7d62234183fd3ba" providerId="LiveId" clId="{E9218F64-5FBA-408D-84F9-2EEE0890EFDB}" dt="2025-07-08T20:37:23.993" v="224"/>
          <ac:picMkLst>
            <pc:docMk/>
            <pc:sldMk cId="1526023832" sldId="260"/>
            <ac:picMk id="13" creationId="{4A431C4A-B1A0-FD96-008D-EA69BFFB8BF2}"/>
          </ac:picMkLst>
        </pc:picChg>
        <pc:picChg chg="add mod ord">
          <ac:chgData name="Ansley Brown" userId="c7d62234183fd3ba" providerId="LiveId" clId="{E9218F64-5FBA-408D-84F9-2EEE0890EFDB}" dt="2025-07-08T20:38:55.878" v="253" actId="1076"/>
          <ac:picMkLst>
            <pc:docMk/>
            <pc:sldMk cId="1526023832" sldId="260"/>
            <ac:picMk id="15" creationId="{0290FFEE-B03C-7DE8-D86C-3FD56A1CDF91}"/>
          </ac:picMkLst>
        </pc:picChg>
        <pc:picChg chg="add mod ord">
          <ac:chgData name="Ansley Brown" userId="c7d62234183fd3ba" providerId="LiveId" clId="{E9218F64-5FBA-408D-84F9-2EEE0890EFDB}" dt="2025-07-08T20:38:52.647" v="252" actId="1076"/>
          <ac:picMkLst>
            <pc:docMk/>
            <pc:sldMk cId="1526023832" sldId="260"/>
            <ac:picMk id="17" creationId="{D356C500-FF5A-6E48-8DA8-368279EB51B4}"/>
          </ac:picMkLst>
        </pc:picChg>
        <pc:picChg chg="add mod">
          <ac:chgData name="Ansley Brown" userId="c7d62234183fd3ba" providerId="LiveId" clId="{E9218F64-5FBA-408D-84F9-2EEE0890EFDB}" dt="2025-07-08T20:38:48.183" v="251" actId="1076"/>
          <ac:picMkLst>
            <pc:docMk/>
            <pc:sldMk cId="1526023832" sldId="260"/>
            <ac:picMk id="19" creationId="{E66015F3-A5EF-CFB9-9A8F-1ED2678711FB}"/>
          </ac:picMkLst>
        </pc:picChg>
        <pc:picChg chg="add mod ord">
          <ac:chgData name="Ansley Brown" userId="c7d62234183fd3ba" providerId="LiveId" clId="{E9218F64-5FBA-408D-84F9-2EEE0890EFDB}" dt="2025-07-08T20:38:48.183" v="251" actId="1076"/>
          <ac:picMkLst>
            <pc:docMk/>
            <pc:sldMk cId="1526023832" sldId="260"/>
            <ac:picMk id="21" creationId="{EE30C303-C3DB-B2F2-AC2D-B52FA571CA9C}"/>
          </ac:picMkLst>
        </pc:picChg>
      </pc:sldChg>
      <pc:sldChg chg="modSp new mod">
        <pc:chgData name="Ansley Brown" userId="c7d62234183fd3ba" providerId="LiveId" clId="{E9218F64-5FBA-408D-84F9-2EEE0890EFDB}" dt="2025-07-08T20:51:02.311" v="1240" actId="20577"/>
        <pc:sldMkLst>
          <pc:docMk/>
          <pc:sldMk cId="2731861280" sldId="261"/>
        </pc:sldMkLst>
        <pc:spChg chg="mod">
          <ac:chgData name="Ansley Brown" userId="c7d62234183fd3ba" providerId="LiveId" clId="{E9218F64-5FBA-408D-84F9-2EEE0890EFDB}" dt="2025-07-08T20:43:26.615" v="323" actId="20577"/>
          <ac:spMkLst>
            <pc:docMk/>
            <pc:sldMk cId="2731861280" sldId="261"/>
            <ac:spMk id="2" creationId="{8652AB58-C7B8-E871-218B-E6F5D66831CE}"/>
          </ac:spMkLst>
        </pc:spChg>
        <pc:spChg chg="mod">
          <ac:chgData name="Ansley Brown" userId="c7d62234183fd3ba" providerId="LiveId" clId="{E9218F64-5FBA-408D-84F9-2EEE0890EFDB}" dt="2025-07-08T20:51:02.311" v="1240" actId="20577"/>
          <ac:spMkLst>
            <pc:docMk/>
            <pc:sldMk cId="2731861280" sldId="261"/>
            <ac:spMk id="3" creationId="{76198E72-36B1-B8DC-4E36-2828516FADC7}"/>
          </ac:spMkLst>
        </pc:spChg>
      </pc:sldChg>
      <pc:sldChg chg="addSp delSp modSp new mod setBg">
        <pc:chgData name="Ansley Brown" userId="c7d62234183fd3ba" providerId="LiveId" clId="{E9218F64-5FBA-408D-84F9-2EEE0890EFDB}" dt="2025-07-08T20:54:04.314" v="1294" actId="20577"/>
        <pc:sldMkLst>
          <pc:docMk/>
          <pc:sldMk cId="1638082688" sldId="262"/>
        </pc:sldMkLst>
        <pc:spChg chg="mod">
          <ac:chgData name="Ansley Brown" userId="c7d62234183fd3ba" providerId="LiveId" clId="{E9218F64-5FBA-408D-84F9-2EEE0890EFDB}" dt="2025-07-08T20:45:53.931" v="512" actId="26606"/>
          <ac:spMkLst>
            <pc:docMk/>
            <pc:sldMk cId="1638082688" sldId="262"/>
            <ac:spMk id="2" creationId="{3C0C297D-0509-A13C-64B7-1372BBDFFFBA}"/>
          </ac:spMkLst>
        </pc:spChg>
        <pc:spChg chg="mod">
          <ac:chgData name="Ansley Brown" userId="c7d62234183fd3ba" providerId="LiveId" clId="{E9218F64-5FBA-408D-84F9-2EEE0890EFDB}" dt="2025-07-08T20:54:04.314" v="1294" actId="20577"/>
          <ac:spMkLst>
            <pc:docMk/>
            <pc:sldMk cId="1638082688" sldId="262"/>
            <ac:spMk id="3" creationId="{7C31896E-809F-AA1C-A7DE-238E250CE288}"/>
          </ac:spMkLst>
        </pc:spChg>
        <pc:spChg chg="add mod">
          <ac:chgData name="Ansley Brown" userId="c7d62234183fd3ba" providerId="LiveId" clId="{E9218F64-5FBA-408D-84F9-2EEE0890EFDB}" dt="2025-07-08T20:44:56.212" v="502"/>
          <ac:spMkLst>
            <pc:docMk/>
            <pc:sldMk cId="1638082688" sldId="262"/>
            <ac:spMk id="6" creationId="{BB7BED51-5883-2130-3A67-67D3AEE41403}"/>
          </ac:spMkLst>
        </pc:spChg>
        <pc:spChg chg="add">
          <ac:chgData name="Ansley Brown" userId="c7d62234183fd3ba" providerId="LiveId" clId="{E9218F64-5FBA-408D-84F9-2EEE0890EFDB}" dt="2025-07-08T20:45:53.931" v="512" actId="26606"/>
          <ac:spMkLst>
            <pc:docMk/>
            <pc:sldMk cId="1638082688" sldId="262"/>
            <ac:spMk id="9" creationId="{BCED4D40-4B67-4331-AC48-79B82B4A47D8}"/>
          </ac:spMkLst>
        </pc:spChg>
        <pc:spChg chg="add">
          <ac:chgData name="Ansley Brown" userId="c7d62234183fd3ba" providerId="LiveId" clId="{E9218F64-5FBA-408D-84F9-2EEE0890EFDB}" dt="2025-07-08T20:45:53.931" v="512" actId="26606"/>
          <ac:spMkLst>
            <pc:docMk/>
            <pc:sldMk cId="1638082688" sldId="262"/>
            <ac:spMk id="10" creationId="{670CEDEF-4F34-412E-84EE-329C1E936AF5}"/>
          </ac:spMkLst>
        </pc:spChg>
        <pc:spChg chg="add del">
          <ac:chgData name="Ansley Brown" userId="c7d62234183fd3ba" providerId="LiveId" clId="{E9218F64-5FBA-408D-84F9-2EEE0890EFDB}" dt="2025-07-08T20:45:21.979" v="505" actId="26606"/>
          <ac:spMkLst>
            <pc:docMk/>
            <pc:sldMk cId="1638082688" sldId="262"/>
            <ac:spMk id="12" creationId="{A8384FB5-9ADC-4DDC-881B-597D56F5B15D}"/>
          </ac:spMkLst>
        </pc:spChg>
        <pc:spChg chg="add del">
          <ac:chgData name="Ansley Brown" userId="c7d62234183fd3ba" providerId="LiveId" clId="{E9218F64-5FBA-408D-84F9-2EEE0890EFDB}" dt="2025-07-08T20:45:21.979" v="505" actId="26606"/>
          <ac:spMkLst>
            <pc:docMk/>
            <pc:sldMk cId="1638082688" sldId="262"/>
            <ac:spMk id="14" creationId="{1199E1B1-A8C0-4FE8-A5A8-1CB41D69F857}"/>
          </ac:spMkLst>
        </pc:spChg>
        <pc:spChg chg="add del">
          <ac:chgData name="Ansley Brown" userId="c7d62234183fd3ba" providerId="LiveId" clId="{E9218F64-5FBA-408D-84F9-2EEE0890EFDB}" dt="2025-07-08T20:45:21.979" v="505" actId="26606"/>
          <ac:spMkLst>
            <pc:docMk/>
            <pc:sldMk cId="1638082688" sldId="262"/>
            <ac:spMk id="16" creationId="{84A8DE83-DE75-4B41-9DB4-A7EC0B0DEC0B}"/>
          </ac:spMkLst>
        </pc:spChg>
        <pc:spChg chg="add del">
          <ac:chgData name="Ansley Brown" userId="c7d62234183fd3ba" providerId="LiveId" clId="{E9218F64-5FBA-408D-84F9-2EEE0890EFDB}" dt="2025-07-08T20:45:21.979" v="505" actId="26606"/>
          <ac:spMkLst>
            <pc:docMk/>
            <pc:sldMk cId="1638082688" sldId="262"/>
            <ac:spMk id="18" creationId="{A7009A0A-BEF5-4EAC-AF15-E4F9F002E239}"/>
          </ac:spMkLst>
        </pc:spChg>
        <pc:graphicFrameChg chg="add mod">
          <ac:chgData name="Ansley Brown" userId="c7d62234183fd3ba" providerId="LiveId" clId="{E9218F64-5FBA-408D-84F9-2EEE0890EFDB}" dt="2025-07-08T20:44:43.004" v="499"/>
          <ac:graphicFrameMkLst>
            <pc:docMk/>
            <pc:sldMk cId="1638082688" sldId="262"/>
            <ac:graphicFrameMk id="4" creationId="{A0BA7B90-9FA4-F920-5D7D-280425230839}"/>
          </ac:graphicFrameMkLst>
        </pc:graphicFrameChg>
        <pc:graphicFrameChg chg="add mod">
          <ac:chgData name="Ansley Brown" userId="c7d62234183fd3ba" providerId="LiveId" clId="{E9218F64-5FBA-408D-84F9-2EEE0890EFDB}" dt="2025-07-08T20:44:53.759" v="501" actId="14100"/>
          <ac:graphicFrameMkLst>
            <pc:docMk/>
            <pc:sldMk cId="1638082688" sldId="262"/>
            <ac:graphicFrameMk id="5" creationId="{84D02E78-2EE5-DE5E-4C04-64B9E7883BE4}"/>
          </ac:graphicFrameMkLst>
        </pc:graphicFrameChg>
        <pc:graphicFrameChg chg="add mod modGraphic">
          <ac:chgData name="Ansley Brown" userId="c7d62234183fd3ba" providerId="LiveId" clId="{E9218F64-5FBA-408D-84F9-2EEE0890EFDB}" dt="2025-07-08T20:47:21.653" v="560"/>
          <ac:graphicFrameMkLst>
            <pc:docMk/>
            <pc:sldMk cId="1638082688" sldId="262"/>
            <ac:graphicFrameMk id="7" creationId="{D217B1D9-B1F6-6593-6CBB-FB88EC0EC857}"/>
          </ac:graphicFrameMkLst>
        </pc:graphicFrameChg>
      </pc:sldChg>
      <pc:sldChg chg="addSp delSp modSp new mod setBg">
        <pc:chgData name="Ansley Brown" userId="c7d62234183fd3ba" providerId="LiveId" clId="{E9218F64-5FBA-408D-84F9-2EEE0890EFDB}" dt="2025-07-08T20:48:28.798" v="655" actId="26606"/>
        <pc:sldMkLst>
          <pc:docMk/>
          <pc:sldMk cId="2746366856" sldId="263"/>
        </pc:sldMkLst>
        <pc:spChg chg="mod">
          <ac:chgData name="Ansley Brown" userId="c7d62234183fd3ba" providerId="LiveId" clId="{E9218F64-5FBA-408D-84F9-2EEE0890EFDB}" dt="2025-07-08T20:48:28.798" v="655" actId="26606"/>
          <ac:spMkLst>
            <pc:docMk/>
            <pc:sldMk cId="2746366856" sldId="263"/>
            <ac:spMk id="2" creationId="{87219984-0B9E-D4C0-CAE1-A268420C138B}"/>
          </ac:spMkLst>
        </pc:spChg>
        <pc:spChg chg="del">
          <ac:chgData name="Ansley Brown" userId="c7d62234183fd3ba" providerId="LiveId" clId="{E9218F64-5FBA-408D-84F9-2EEE0890EFDB}" dt="2025-07-08T20:47:59.601" v="600" actId="478"/>
          <ac:spMkLst>
            <pc:docMk/>
            <pc:sldMk cId="2746366856" sldId="263"/>
            <ac:spMk id="3" creationId="{3D4E30DA-81B5-9DDD-FF4F-BA641D1C3445}"/>
          </ac:spMkLst>
        </pc:spChg>
        <pc:spChg chg="add">
          <ac:chgData name="Ansley Brown" userId="c7d62234183fd3ba" providerId="LiveId" clId="{E9218F64-5FBA-408D-84F9-2EEE0890EFDB}" dt="2025-07-08T20:48:28.798" v="655" actId="26606"/>
          <ac:spMkLst>
            <pc:docMk/>
            <pc:sldMk cId="2746366856" sldId="263"/>
            <ac:spMk id="3083" creationId="{665DBBEF-238B-476B-96AB-8AAC3224ECEA}"/>
          </ac:spMkLst>
        </pc:spChg>
        <pc:spChg chg="add">
          <ac:chgData name="Ansley Brown" userId="c7d62234183fd3ba" providerId="LiveId" clId="{E9218F64-5FBA-408D-84F9-2EEE0890EFDB}" dt="2025-07-08T20:48:28.798" v="655" actId="26606"/>
          <ac:spMkLst>
            <pc:docMk/>
            <pc:sldMk cId="2746366856" sldId="263"/>
            <ac:spMk id="3085" creationId="{3FCFB1DE-0B7E-48CC-BA90-B2AB0889F9D6}"/>
          </ac:spMkLst>
        </pc:spChg>
        <pc:picChg chg="add del">
          <ac:chgData name="Ansley Brown" userId="c7d62234183fd3ba" providerId="LiveId" clId="{E9218F64-5FBA-408D-84F9-2EEE0890EFDB}" dt="2025-07-08T20:48:02.881" v="602" actId="478"/>
          <ac:picMkLst>
            <pc:docMk/>
            <pc:sldMk cId="2746366856" sldId="263"/>
            <ac:picMk id="3074" creationId="{D2877A68-B464-E11A-62AA-2B711F7C5B11}"/>
          </ac:picMkLst>
        </pc:picChg>
        <pc:picChg chg="add del">
          <ac:chgData name="Ansley Brown" userId="c7d62234183fd3ba" providerId="LiveId" clId="{E9218F64-5FBA-408D-84F9-2EEE0890EFDB}" dt="2025-07-08T20:48:11.895" v="604" actId="478"/>
          <ac:picMkLst>
            <pc:docMk/>
            <pc:sldMk cId="2746366856" sldId="263"/>
            <ac:picMk id="3076" creationId="{B729A4C8-DA85-4F6C-68B2-6D505010BBDB}"/>
          </ac:picMkLst>
        </pc:picChg>
        <pc:picChg chg="add mod">
          <ac:chgData name="Ansley Brown" userId="c7d62234183fd3ba" providerId="LiveId" clId="{E9218F64-5FBA-408D-84F9-2EEE0890EFDB}" dt="2025-07-08T20:48:28.798" v="655" actId="26606"/>
          <ac:picMkLst>
            <pc:docMk/>
            <pc:sldMk cId="2746366856" sldId="263"/>
            <ac:picMk id="3078" creationId="{3A9D9220-CDF3-3F52-BC16-6C488EAD2932}"/>
          </ac:picMkLst>
        </pc:picChg>
      </pc:sldChg>
      <pc:sldChg chg="modSp new mod ord">
        <pc:chgData name="Ansley Brown" userId="c7d62234183fd3ba" providerId="LiveId" clId="{E9218F64-5FBA-408D-84F9-2EEE0890EFDB}" dt="2025-07-08T20:50:05.552" v="1091" actId="20577"/>
        <pc:sldMkLst>
          <pc:docMk/>
          <pc:sldMk cId="2660198101" sldId="264"/>
        </pc:sldMkLst>
        <pc:spChg chg="mod">
          <ac:chgData name="Ansley Brown" userId="c7d62234183fd3ba" providerId="LiveId" clId="{E9218F64-5FBA-408D-84F9-2EEE0890EFDB}" dt="2025-07-08T20:48:40.390" v="675" actId="20577"/>
          <ac:spMkLst>
            <pc:docMk/>
            <pc:sldMk cId="2660198101" sldId="264"/>
            <ac:spMk id="2" creationId="{0355D63D-3D9C-706C-B55E-285F018EC426}"/>
          </ac:spMkLst>
        </pc:spChg>
        <pc:spChg chg="mod">
          <ac:chgData name="Ansley Brown" userId="c7d62234183fd3ba" providerId="LiveId" clId="{E9218F64-5FBA-408D-84F9-2EEE0890EFDB}" dt="2025-07-08T20:50:05.552" v="1091" actId="20577"/>
          <ac:spMkLst>
            <pc:docMk/>
            <pc:sldMk cId="2660198101" sldId="264"/>
            <ac:spMk id="3" creationId="{EFA32A86-3E53-5640-F93A-BA029CFCA95A}"/>
          </ac:spMkLst>
        </pc:spChg>
      </pc:sldChg>
      <pc:sldChg chg="modSp new del mod">
        <pc:chgData name="Ansley Brown" userId="c7d62234183fd3ba" providerId="LiveId" clId="{E9218F64-5FBA-408D-84F9-2EEE0890EFDB}" dt="2025-07-08T20:51:52.968" v="1272" actId="2696"/>
        <pc:sldMkLst>
          <pc:docMk/>
          <pc:sldMk cId="2563777554" sldId="265"/>
        </pc:sldMkLst>
        <pc:spChg chg="mod">
          <ac:chgData name="Ansley Brown" userId="c7d62234183fd3ba" providerId="LiveId" clId="{E9218F64-5FBA-408D-84F9-2EEE0890EFDB}" dt="2025-07-08T20:51:47.007" v="1271" actId="20577"/>
          <ac:spMkLst>
            <pc:docMk/>
            <pc:sldMk cId="2563777554" sldId="265"/>
            <ac:spMk id="2" creationId="{A0E00924-9994-9844-D813-AC54C7C104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ECDF-E2C6-5F99-6087-CD4DC7856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741E7-7906-000E-57CE-694A835A1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FDF2F-B39E-134F-A87D-6ACD63E0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AF5CB-7B6B-C8FB-806E-2403450D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8E6A-8B36-6E63-C2AF-BB835739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5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D838-2923-C73E-E9E6-36328A49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4C359-0AE7-4772-7B6F-CFB31DEA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B68A2-31DA-45A1-2F68-0F9F7A45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9957D-DDB4-5FB0-22FE-FB959704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902F-D8C7-88E7-E0E4-9F56E8F9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1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4904-1B58-891C-7977-E375869B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52440-0FA2-720B-65F7-AD3F544E9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E7D6-9E39-C827-85B4-8D93D06C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9D027-4B1B-C527-6C98-24697B15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09B5-3F7F-AE8E-1BA0-0915C2B3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9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FA80-B561-930C-1E80-A89B5931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6CCD9-2237-8C44-405E-D9D2421348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569EC-39A3-4520-6130-B0E45571E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20143-F702-AAEE-6AFA-F37BC248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472FD-760C-A7B5-97D2-E0A82ED1C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0DE15-546B-B2B7-8D7E-51D1E089E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52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155B-622B-0668-9C5F-EB6E40B7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B9A59-3E19-46AA-6DB3-FF9C585D0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89D2F-3AB6-70B8-B235-D78E12CE1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67F31-D716-C893-538B-C89C7EEE4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37DA8-53F5-6CA5-7A29-0BA4EAB6B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5F5E12-B6E6-1F28-E68B-7509E85B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33632-EFF0-61BE-9BF2-03CD45BB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A1867-1C08-DE15-181A-1F2BB436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44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2800-39F6-AECD-4AAD-791E4AEF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8FBDA-76DB-1E51-9C1D-0430F6E1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786F0-FB13-5E08-DF87-0859FA64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6365F-AD0D-A996-B2D7-71D37B28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465CC-99ED-CA2A-EB8B-410F2A0D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54EBA-577C-3795-B874-4F011FAB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1E663-9425-6790-8B7E-BF061D19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9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417B-4C1D-3D53-3AFB-9AC267740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22BB2-8DA4-3C3F-7B2D-CFEE6FE1A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63CFE-BDC4-B2FD-D8E0-81BBEF235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1729F-8A63-932C-3B6D-66B3423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5C108-610E-C820-E587-72457B2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4B86A-2233-EA88-AA1E-64D15C67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4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6B28-7BBF-560C-44AB-182A19E01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2E480-7859-E73C-5DB0-2519E9BA54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28780-165F-BA1F-2700-5E780AD09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698BB-0CC4-F28D-CF04-ED5B6B736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2E96F-B2DC-E61A-A432-140C543A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70A59-849B-4602-35FD-F938AE68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8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FD53-308B-FD9D-F65E-5A596DC4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9B2BD-E542-EF4E-F284-0663EC48C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3B435-A98A-E3DB-7BDD-4CC59C43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51E00-E5F6-3857-6BBE-50863194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5043-644A-BB22-D4EE-B8C33FE9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4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59114-1FEC-3784-72CE-8F41F1748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59CFD-DDFC-502A-6415-10302EAC0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AB651-57C4-2C94-69EB-CAF5F414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3553E-8E1E-0ADB-5736-63344C4E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A4017-7839-5F45-EE6A-E20769C7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2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5DA91-3C79-8F59-C63B-DE99FC228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9CCF3-4D47-8C32-76EE-802AACC91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BCA6F-D71E-7A9D-E91D-E7AC03F43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2513C-7B6B-43D6-8FA7-4532928B95BA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D028C-C633-D8E8-3078-A89EB4EC4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45931-9F60-D02A-13BA-CF4946ED5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58FA0-B944-4D82-ACA8-F225A71FC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7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2B63-FA41-BE5C-7AE6-9D6BB1F77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Etape Study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808E3-6D12-575E-6F7B-DF6E986B0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Should the AWQP calibrate every </a:t>
            </a:r>
            <a:r>
              <a:rPr lang="en-US" dirty="0" err="1"/>
              <a:t>eTape</a:t>
            </a:r>
            <a:r>
              <a:rPr lang="en-US" dirty="0"/>
              <a:t> or can a universal calibration be used?</a:t>
            </a:r>
          </a:p>
        </p:txBody>
      </p:sp>
    </p:spTree>
    <p:extLst>
      <p:ext uri="{BB962C8B-B14F-4D97-AF65-F5344CB8AC3E}">
        <p14:creationId xmlns:p14="http://schemas.microsoft.com/office/powerpoint/2010/main" val="251718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D63D-3D9C-706C-B55E-285F018E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2A86-3E53-5640-F93A-BA029CFCA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justify using a single, universal calibration for each </a:t>
            </a:r>
            <a:r>
              <a:rPr lang="en-US" dirty="0" err="1"/>
              <a:t>eTape</a:t>
            </a:r>
            <a:r>
              <a:rPr lang="en-US" dirty="0"/>
              <a:t>, a comparison study was done to quantify the uncertainty around a single </a:t>
            </a:r>
            <a:r>
              <a:rPr lang="en-US" dirty="0" err="1"/>
              <a:t>etape</a:t>
            </a:r>
            <a:r>
              <a:rPr lang="en-US" dirty="0"/>
              <a:t> calibration</a:t>
            </a:r>
          </a:p>
          <a:p>
            <a:r>
              <a:rPr lang="en-US" dirty="0"/>
              <a:t>The same, 18” </a:t>
            </a:r>
            <a:r>
              <a:rPr lang="en-US" dirty="0" err="1"/>
              <a:t>etape</a:t>
            </a:r>
            <a:r>
              <a:rPr lang="en-US" dirty="0"/>
              <a:t> was calibrated by 4 student employees</a:t>
            </a:r>
          </a:p>
          <a:p>
            <a:r>
              <a:rPr lang="en-US" dirty="0"/>
              <a:t>Results were analyzed using the same model form and Bayesian approach.</a:t>
            </a:r>
          </a:p>
          <a:p>
            <a:r>
              <a:rPr lang="en-US" dirty="0"/>
              <a:t>The remaining slides compare the universal model calibration to the local model calibration</a:t>
            </a:r>
          </a:p>
        </p:txBody>
      </p:sp>
    </p:spTree>
    <p:extLst>
      <p:ext uri="{BB962C8B-B14F-4D97-AF65-F5344CB8AC3E}">
        <p14:creationId xmlns:p14="http://schemas.microsoft.com/office/powerpoint/2010/main" val="266019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C297D-0509-A13C-64B7-1372BBDFF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Generic model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1896E-809F-AA1C-A7DE-238E250CE2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8881" y="1809541"/>
                <a:ext cx="10909643" cy="687406"/>
              </a:xfrm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𝑊𝑎𝑡𝑒𝑟</m:t>
                      </m:r>
                      <m: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𝐷𝑒𝑝𝑡h</m:t>
                      </m:r>
                      <m: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d>
                        <m:dPr>
                          <m:ctrlPr>
                            <a:rPr lang="en-US" sz="24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24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𝑐𝑚</m:t>
                          </m:r>
                        </m:e>
                      </m:d>
                      <m:r>
                        <a:rPr lang="en-US" sz="2400" b="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~</m:t>
                      </m:r>
                      <m:r>
                        <m:rPr>
                          <m:nor/>
                        </m:rPr>
                        <a:rPr lang="en-US" sz="2400" i="1" dirty="0"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2400" i="1" dirty="0">
                          <a:latin typeface="Cambria Math" panose="02040503050406030204" pitchFamily="18" charset="0"/>
                        </a:rPr>
                        <m:t>(µ, </m:t>
                      </m:r>
                      <m:r>
                        <m:rPr>
                          <m:nor/>
                        </m:rPr>
                        <a:rPr lang="el-GR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i="1" dirty="0">
                          <a:latin typeface="Cambria Math" panose="02040503050406030204" pitchFamily="18" charset="0"/>
                        </a:rPr>
                        <m:t>µ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α</m:t>
                      </m:r>
                      <m:r>
                        <a:rPr lang="en-US" sz="24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β</m:t>
                      </m:r>
                      <m:r>
                        <a:rPr lang="en-US" sz="24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(Ω)</m:t>
                      </m:r>
                    </m:oMath>
                  </m:oMathPara>
                </a14:m>
                <a:endParaRPr lang="en-US" sz="24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31896E-809F-AA1C-A7DE-238E250CE2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8881" y="1809541"/>
                <a:ext cx="10909643" cy="687406"/>
              </a:xfrm>
              <a:blipFill>
                <a:blip r:embed="rId2"/>
                <a:stretch>
                  <a:fillRect b="-5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217B1D9-B1F6-6593-6CBB-FB88EC0EC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941159"/>
              </p:ext>
            </p:extLst>
          </p:nvPr>
        </p:nvGraphicFramePr>
        <p:xfrm>
          <a:off x="448455" y="2633472"/>
          <a:ext cx="11292044" cy="3586356"/>
        </p:xfrm>
        <a:graphic>
          <a:graphicData uri="http://schemas.openxmlformats.org/drawingml/2006/table">
            <a:tbl>
              <a:tblPr firstRow="1" bandRow="1"/>
              <a:tblGrid>
                <a:gridCol w="2207960">
                  <a:extLst>
                    <a:ext uri="{9D8B030D-6E8A-4147-A177-3AD203B41FA5}">
                      <a16:colId xmlns:a16="http://schemas.microsoft.com/office/drawing/2014/main" val="108390534"/>
                    </a:ext>
                  </a:extLst>
                </a:gridCol>
                <a:gridCol w="1643757">
                  <a:extLst>
                    <a:ext uri="{9D8B030D-6E8A-4147-A177-3AD203B41FA5}">
                      <a16:colId xmlns:a16="http://schemas.microsoft.com/office/drawing/2014/main" val="1963120458"/>
                    </a:ext>
                  </a:extLst>
                </a:gridCol>
                <a:gridCol w="1360574">
                  <a:extLst>
                    <a:ext uri="{9D8B030D-6E8A-4147-A177-3AD203B41FA5}">
                      <a16:colId xmlns:a16="http://schemas.microsoft.com/office/drawing/2014/main" val="3747665069"/>
                    </a:ext>
                  </a:extLst>
                </a:gridCol>
                <a:gridCol w="1534530">
                  <a:extLst>
                    <a:ext uri="{9D8B030D-6E8A-4147-A177-3AD203B41FA5}">
                      <a16:colId xmlns:a16="http://schemas.microsoft.com/office/drawing/2014/main" val="2507403423"/>
                    </a:ext>
                  </a:extLst>
                </a:gridCol>
                <a:gridCol w="1280054">
                  <a:extLst>
                    <a:ext uri="{9D8B030D-6E8A-4147-A177-3AD203B41FA5}">
                      <a16:colId xmlns:a16="http://schemas.microsoft.com/office/drawing/2014/main" val="1128732766"/>
                    </a:ext>
                  </a:extLst>
                </a:gridCol>
                <a:gridCol w="3265169">
                  <a:extLst>
                    <a:ext uri="{9D8B030D-6E8A-4147-A177-3AD203B41FA5}">
                      <a16:colId xmlns:a16="http://schemas.microsoft.com/office/drawing/2014/main" val="1596016258"/>
                    </a:ext>
                  </a:extLst>
                </a:gridCol>
              </a:tblGrid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Parameter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Mean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SD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5.5%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94.5%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Histogram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79164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alpha[1]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8”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28.04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0.91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26.59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29.51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▁▁▁▂▅▇▇▅▃▁▁▁▁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936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alpha[2]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12”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35.98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0.27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35.55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36.42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▁▁▂▃▇▇▃▁▁▁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300251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alpha[3]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15”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46.54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0.37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45.95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47.13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▁▁▂▃▇▇▇▅▂▁▁▁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7388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alpha[4]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18”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52.06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0.29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51.62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52.52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▁▁▁▃▇▇▅▂▁▁▁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71444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alpha[5]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24”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65.97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0.62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64.99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66.94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▁▁▁▃▇▇▃▁▁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577809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beta[1]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8”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-0.017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▁▁▃▇▇▂▁▁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117268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beta[2]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12”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-0.016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▁▁▁▁▂▃▅▇▇▅▃▂▁▁▁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502131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beta[3]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15”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-0.017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▁▁▁▂▃▇▇▇▅▃▂▁▁▁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313431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beta[4]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18”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-0.017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▁▁▁▂▅▇▇▃▂▁▁▁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532774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beta[5] – </a:t>
                      </a:r>
                      <a:r>
                        <a:rPr lang="en-US" sz="1200" dirty="0" err="1">
                          <a:effectLst/>
                        </a:rPr>
                        <a:t>eTape</a:t>
                      </a:r>
                      <a:r>
                        <a:rPr lang="en-US" sz="1200" dirty="0">
                          <a:effectLst/>
                        </a:rPr>
                        <a:t> length 24”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-0.016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-0.02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▁▁▂▃▇▇▃▁▁▁▁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646307"/>
                  </a:ext>
                </a:extLst>
              </a:tr>
              <a:tr h="298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sigma_L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2.38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0.05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2.30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2.46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▁▁▃▇▅▁▁▁</a:t>
                      </a:r>
                    </a:p>
                  </a:txBody>
                  <a:tcPr marL="80485" marR="80485" marT="37148" marB="37148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15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082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19984-0B9E-D4C0-CAE1-A268420C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Generative model results for all eTape lengths</a:t>
            </a:r>
          </a:p>
        </p:txBody>
      </p:sp>
      <p:sp>
        <p:nvSpPr>
          <p:cNvPr id="308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3A9D9220-CDF3-3F52-BC16-6C488EAD2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2550" y="15757"/>
            <a:ext cx="6272990" cy="387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D08682-D83A-46B6-0E18-0D5694CAA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96167"/>
              </p:ext>
            </p:extLst>
          </p:nvPr>
        </p:nvGraphicFramePr>
        <p:xfrm>
          <a:off x="2524124" y="4188520"/>
          <a:ext cx="9344025" cy="2331720"/>
        </p:xfrm>
        <a:graphic>
          <a:graphicData uri="http://schemas.openxmlformats.org/drawingml/2006/table">
            <a:tbl>
              <a:tblPr/>
              <a:tblGrid>
                <a:gridCol w="1868805">
                  <a:extLst>
                    <a:ext uri="{9D8B030D-6E8A-4147-A177-3AD203B41FA5}">
                      <a16:colId xmlns:a16="http://schemas.microsoft.com/office/drawing/2014/main" val="4229377394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860167957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1180680736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2720369340"/>
                    </a:ext>
                  </a:extLst>
                </a:gridCol>
                <a:gridCol w="1868805">
                  <a:extLst>
                    <a:ext uri="{9D8B030D-6E8A-4147-A177-3AD203B41FA5}">
                      <a16:colId xmlns:a16="http://schemas.microsoft.com/office/drawing/2014/main" val="1279145416"/>
                    </a:ext>
                  </a:extLst>
                </a:gridCol>
              </a:tblGrid>
              <a:tr h="26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eTape Length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Mean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SD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2.5%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97.5%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77666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19.37050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0.6432015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18.09380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20.61520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80318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28.02889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0.1815699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27.65329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28.38674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34804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38.11105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0.2739453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37.58863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38.63055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965722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43.60274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0.2165759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43.18235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44.00805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617685"/>
                  </a:ext>
                </a:extLst>
              </a:tr>
              <a:tr h="2657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58.15743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0.5262453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57.10703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59.21239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49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36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8F22A-DEBF-62AE-DF53-701F1FFA4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/>
              <a:t>All eTapes vs. Single eTape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017046-2E07-7CE9-7A24-E2BDAADCF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734137"/>
              </p:ext>
            </p:extLst>
          </p:nvPr>
        </p:nvGraphicFramePr>
        <p:xfrm>
          <a:off x="1994916" y="2481583"/>
          <a:ext cx="8202171" cy="317306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06391">
                  <a:extLst>
                    <a:ext uri="{9D8B030D-6E8A-4147-A177-3AD203B41FA5}">
                      <a16:colId xmlns:a16="http://schemas.microsoft.com/office/drawing/2014/main" val="1841855969"/>
                    </a:ext>
                  </a:extLst>
                </a:gridCol>
                <a:gridCol w="1639972">
                  <a:extLst>
                    <a:ext uri="{9D8B030D-6E8A-4147-A177-3AD203B41FA5}">
                      <a16:colId xmlns:a16="http://schemas.microsoft.com/office/drawing/2014/main" val="3578742736"/>
                    </a:ext>
                  </a:extLst>
                </a:gridCol>
                <a:gridCol w="1626104">
                  <a:extLst>
                    <a:ext uri="{9D8B030D-6E8A-4147-A177-3AD203B41FA5}">
                      <a16:colId xmlns:a16="http://schemas.microsoft.com/office/drawing/2014/main" val="2013719723"/>
                    </a:ext>
                  </a:extLst>
                </a:gridCol>
                <a:gridCol w="1626104">
                  <a:extLst>
                    <a:ext uri="{9D8B030D-6E8A-4147-A177-3AD203B41FA5}">
                      <a16:colId xmlns:a16="http://schemas.microsoft.com/office/drawing/2014/main" val="76330868"/>
                    </a:ext>
                  </a:extLst>
                </a:gridCol>
                <a:gridCol w="1503600">
                  <a:extLst>
                    <a:ext uri="{9D8B030D-6E8A-4147-A177-3AD203B41FA5}">
                      <a16:colId xmlns:a16="http://schemas.microsoft.com/office/drawing/2014/main" val="4236872956"/>
                    </a:ext>
                  </a:extLst>
                </a:gridCol>
              </a:tblGrid>
              <a:tr h="9896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</a:p>
                  </a:txBody>
                  <a:tcPr marL="93195" marR="83210" marT="26627" marB="199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</a:p>
                  </a:txBody>
                  <a:tcPr marL="93195" marR="83210" marT="26627" marB="199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Mean</a:t>
                      </a:r>
                    </a:p>
                  </a:txBody>
                  <a:tcPr marL="93195" marR="83210" marT="26627" marB="199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Lower </a:t>
                      </a:r>
                    </a:p>
                    <a:p>
                      <a:pPr algn="r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95%</a:t>
                      </a:r>
                    </a:p>
                  </a:txBody>
                  <a:tcPr marL="93195" marR="83210" marT="26627" marB="199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Upper</a:t>
                      </a:r>
                    </a:p>
                    <a:p>
                      <a:pPr algn="r">
                        <a:buNone/>
                      </a:pPr>
                      <a:r>
                        <a:rPr lang="en-US" sz="2300" b="1" cap="none" spc="0" dirty="0">
                          <a:solidFill>
                            <a:schemeClr val="tx1"/>
                          </a:solidFill>
                          <a:effectLst/>
                        </a:rPr>
                        <a:t>95%</a:t>
                      </a:r>
                    </a:p>
                  </a:txBody>
                  <a:tcPr marL="93195" marR="83210" marT="26627" marB="19970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657305"/>
                  </a:ext>
                </a:extLst>
              </a:tr>
              <a:tr h="5458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alpha</a:t>
                      </a:r>
                    </a:p>
                  </a:txBody>
                  <a:tcPr marL="93195" marR="83210" marT="26627" marB="19970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All eTapes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52.13929160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51.66252500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52.6349425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563109"/>
                  </a:ext>
                </a:extLst>
              </a:tr>
              <a:tr h="5458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alpha</a:t>
                      </a:r>
                    </a:p>
                  </a:txBody>
                  <a:tcPr marL="93195" marR="83210" marT="26627" marB="19970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Single eTape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52.65104030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52.34049000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52.9643225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572555"/>
                  </a:ext>
                </a:extLst>
              </a:tr>
              <a:tr h="5458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beta</a:t>
                      </a:r>
                    </a:p>
                  </a:txBody>
                  <a:tcPr marL="93195" marR="83210" marT="26627" marB="19970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All eTapes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-0.01700236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-0.01727412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-0.0167306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04835"/>
                  </a:ext>
                </a:extLst>
              </a:tr>
              <a:tr h="5458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beta</a:t>
                      </a:r>
                    </a:p>
                  </a:txBody>
                  <a:tcPr marL="93195" marR="83210" marT="26627" marB="199703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Single eTape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-0.01762715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  <a:effectLst/>
                        </a:rPr>
                        <a:t>-0.01781120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700" cap="none" spc="0" dirty="0">
                          <a:solidFill>
                            <a:schemeClr val="tx1"/>
                          </a:solidFill>
                          <a:effectLst/>
                        </a:rPr>
                        <a:t>-0.0174498</a:t>
                      </a:r>
                    </a:p>
                  </a:txBody>
                  <a:tcPr marL="93195" marR="83210" marT="26627" marB="1997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304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7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CA48C-A704-09BE-34A7-F20F9B87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 dirty="0"/>
              <a:t>Visual 95% CIs	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379A0D3-AB2D-E07E-1C58-AA9667B93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Intercepts </a:t>
            </a:r>
            <a:r>
              <a:rPr lang="en-US" sz="1800" b="1" dirty="0"/>
              <a:t>are not different </a:t>
            </a:r>
            <a:r>
              <a:rPr lang="en-US" sz="1800" dirty="0"/>
              <a:t>between universal and local models</a:t>
            </a:r>
          </a:p>
          <a:p>
            <a:r>
              <a:rPr lang="en-US" sz="1800" dirty="0"/>
              <a:t>Slopes </a:t>
            </a:r>
            <a:r>
              <a:rPr lang="en-US" sz="1800" b="1" dirty="0"/>
              <a:t>are different </a:t>
            </a:r>
            <a:r>
              <a:rPr lang="en-US" sz="1800" dirty="0"/>
              <a:t>between universal and local models</a:t>
            </a:r>
          </a:p>
        </p:txBody>
      </p:sp>
      <p:pic>
        <p:nvPicPr>
          <p:cNvPr id="5" name="Content Placeholder 4" descr="A graph of a comparison of a slope&#10;&#10;AI-generated content may be incorrect.">
            <a:extLst>
              <a:ext uri="{FF2B5EF4-FFF2-40B4-BE49-F238E27FC236}">
                <a16:creationId xmlns:a16="http://schemas.microsoft.com/office/drawing/2014/main" id="{7F8E2A57-0676-CD2E-BC60-69F961878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3" y="2779892"/>
            <a:ext cx="5481509" cy="3382873"/>
          </a:xfrm>
          <a:prstGeom prst="rect">
            <a:avLst/>
          </a:prstGeom>
        </p:spPr>
      </p:pic>
      <p:pic>
        <p:nvPicPr>
          <p:cNvPr id="7" name="Picture 6" descr="A graph of a comparison of alpha&#10;&#10;AI-generated content may be incorrect.">
            <a:extLst>
              <a:ext uri="{FF2B5EF4-FFF2-40B4-BE49-F238E27FC236}">
                <a16:creationId xmlns:a16="http://schemas.microsoft.com/office/drawing/2014/main" id="{8D8AF421-3BB0-D3E4-7FEF-7D2ACC316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781" y="2767064"/>
            <a:ext cx="5523082" cy="340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0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781ED-0845-9498-9B2C-F2CC9E61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What this looks like in practice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B2FD3B-A473-F104-17EC-4757532C9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5" name="Content Placeholder 4" descr="A graph of a normality&#10;&#10;AI-generated content may be incorrect.">
            <a:extLst>
              <a:ext uri="{FF2B5EF4-FFF2-40B4-BE49-F238E27FC236}">
                <a16:creationId xmlns:a16="http://schemas.microsoft.com/office/drawing/2014/main" id="{22BCC72C-BC48-815C-C522-ABB099AC0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298710"/>
            <a:ext cx="6903720" cy="426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1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570CC06-DB21-401C-BCF8-AAC5FF550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723E3-1961-D05B-79D7-D95A27BC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640080"/>
            <a:ext cx="2014630" cy="364816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dirty="0"/>
              <a:t>Specific examples with uncertainty</a:t>
            </a:r>
          </a:p>
        </p:txBody>
      </p:sp>
      <p:pic>
        <p:nvPicPr>
          <p:cNvPr id="19" name="Picture 18" descr="A graph of water depth distribution&#10;&#10;AI-generated content may be incorrect.">
            <a:extLst>
              <a:ext uri="{FF2B5EF4-FFF2-40B4-BE49-F238E27FC236}">
                <a16:creationId xmlns:a16="http://schemas.microsoft.com/office/drawing/2014/main" id="{E66015F3-A5EF-CFB9-9A8F-1ED267871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985" y="562274"/>
            <a:ext cx="4531351" cy="2796490"/>
          </a:xfrm>
          <a:prstGeom prst="rect">
            <a:avLst/>
          </a:prstGeom>
        </p:spPr>
      </p:pic>
      <p:pic>
        <p:nvPicPr>
          <p:cNvPr id="21" name="Picture 20" descr="A graph of water depth distribution&#10;&#10;AI-generated content may be incorrect.">
            <a:extLst>
              <a:ext uri="{FF2B5EF4-FFF2-40B4-BE49-F238E27FC236}">
                <a16:creationId xmlns:a16="http://schemas.microsoft.com/office/drawing/2014/main" id="{EE30C303-C3DB-B2F2-AC2D-B52FA571C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366" y="506481"/>
            <a:ext cx="4719634" cy="2912687"/>
          </a:xfrm>
          <a:prstGeom prst="rect">
            <a:avLst/>
          </a:prstGeom>
        </p:spPr>
      </p:pic>
      <p:sp>
        <p:nvSpPr>
          <p:cNvPr id="43" name="sketch line">
            <a:extLst>
              <a:ext uri="{FF2B5EF4-FFF2-40B4-BE49-F238E27FC236}">
                <a16:creationId xmlns:a16="http://schemas.microsoft.com/office/drawing/2014/main" id="{15B998FC-4B98-4A07-B159-9E629180A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4409267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 descr="A graph of water depth distribution&#10;&#10;AI-generated content may be incorrect.">
            <a:extLst>
              <a:ext uri="{FF2B5EF4-FFF2-40B4-BE49-F238E27FC236}">
                <a16:creationId xmlns:a16="http://schemas.microsoft.com/office/drawing/2014/main" id="{0290FFEE-B03C-7DE8-D86C-3FD56A1CDF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702" y="3722722"/>
            <a:ext cx="4474634" cy="2761488"/>
          </a:xfrm>
          <a:prstGeom prst="rect">
            <a:avLst/>
          </a:prstGeom>
        </p:spPr>
      </p:pic>
      <p:pic>
        <p:nvPicPr>
          <p:cNvPr id="17" name="Picture 16" descr="A graph of water depth distribution&#10;&#10;AI-generated content may be incorrect.">
            <a:extLst>
              <a:ext uri="{FF2B5EF4-FFF2-40B4-BE49-F238E27FC236}">
                <a16:creationId xmlns:a16="http://schemas.microsoft.com/office/drawing/2014/main" id="{D356C500-FF5A-6E48-8DA8-368279EB51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925" y="3722722"/>
            <a:ext cx="4474634" cy="276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2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F8D2-2A7A-D997-9492-95B66E0D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Calibration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7447BD-30C4-A02D-F3AA-DA9ADE181A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835434"/>
          <a:ext cx="10515600" cy="23317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990196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624665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8881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Tape Length (inches)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Intercept (</a:t>
                      </a:r>
                      <a:r>
                        <a:rPr lang="el-GR" b="1">
                          <a:effectLst/>
                        </a:rPr>
                        <a:t>α)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Slope (</a:t>
                      </a:r>
                      <a:r>
                        <a:rPr lang="el-GR" b="1">
                          <a:effectLst/>
                        </a:rPr>
                        <a:t>β)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95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28.0378353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-0.01726096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34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35.9807504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-0.01590957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996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46.540297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-0.01682064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279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52.0602068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-0.01690116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7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24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65.97030975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-0.01560485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07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22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AB58-C7B8-E871-218B-E6F5D6683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98E72-36B1-B8DC-4E36-2828516F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 local calibration was better</a:t>
            </a:r>
          </a:p>
          <a:p>
            <a:r>
              <a:rPr lang="en-US" dirty="0"/>
              <a:t>Sometimes the universal calibration was better</a:t>
            </a:r>
          </a:p>
          <a:p>
            <a:r>
              <a:rPr lang="en-US" dirty="0"/>
              <a:t>Most of the time they had significant overlap</a:t>
            </a:r>
          </a:p>
          <a:p>
            <a:r>
              <a:rPr lang="en-US" dirty="0"/>
              <a:t>AJ vote: use universal calibration</a:t>
            </a:r>
          </a:p>
          <a:p>
            <a:pPr lvl="1"/>
            <a:r>
              <a:rPr lang="en-US" dirty="0"/>
              <a:t>That is, a single equation for every </a:t>
            </a:r>
            <a:r>
              <a:rPr lang="en-US" dirty="0" err="1"/>
              <a:t>eTape</a:t>
            </a:r>
            <a:r>
              <a:rPr lang="en-US" dirty="0"/>
              <a:t> length, then use our regular ruler measurements to check if it ever needs local calibration</a:t>
            </a:r>
          </a:p>
          <a:p>
            <a:pPr lvl="1"/>
            <a:r>
              <a:rPr lang="en-US" dirty="0"/>
              <a:t>This would save time, and acknowledge that the universal calibration is a good enough starting point to use broadly</a:t>
            </a:r>
          </a:p>
        </p:txBody>
      </p:sp>
    </p:spTree>
    <p:extLst>
      <p:ext uri="{BB962C8B-B14F-4D97-AF65-F5344CB8AC3E}">
        <p14:creationId xmlns:p14="http://schemas.microsoft.com/office/powerpoint/2010/main" val="273186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501</Words>
  <Application>Microsoft Office PowerPoint</Application>
  <PresentationFormat>Widescreen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Etape Study Results</vt:lpstr>
      <vt:lpstr>Uncertainty Study</vt:lpstr>
      <vt:lpstr>Generic model form</vt:lpstr>
      <vt:lpstr>Generative model results for all eTape lengths</vt:lpstr>
      <vt:lpstr>All eTapes vs. Single eTape Results</vt:lpstr>
      <vt:lpstr>Visual 95% CIs </vt:lpstr>
      <vt:lpstr>What this looks like in practice</vt:lpstr>
      <vt:lpstr>Specific examples with uncertainty</vt:lpstr>
      <vt:lpstr>Universal Calibration 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Brown,AJ</dc:creator>
  <cp:lastModifiedBy>A.J. Brown</cp:lastModifiedBy>
  <cp:revision>2</cp:revision>
  <dcterms:created xsi:type="dcterms:W3CDTF">2025-07-08T20:33:50Z</dcterms:created>
  <dcterms:modified xsi:type="dcterms:W3CDTF">2026-01-12T18:53:08Z</dcterms:modified>
</cp:coreProperties>
</file>